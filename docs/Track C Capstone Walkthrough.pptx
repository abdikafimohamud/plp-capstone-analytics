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a backend that takes a firehose of user events from a SaaS product and answers three business questions quickly. Replace [Your name] on this slide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is a SaaS product whose apps send user events. They want three answers: where users drop off (funnel), whether they return (retention), and what they pay (revenue). The targets were 10 million or more events, sub-second dashboards, and strict tenant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write path left to right. Redis Streams sits in front so the SDK never waits for a database commit. The consumer validates, inserts in batches, and only acknowledges after the commit. The read path serves dashboards from pre-aggregated tables through views that apply tenant isolation, ideally from a streaming replica. Say that the monitoring stack is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that shaped the schema. Show the ER diagram from the docs folder if asked. Be ready to justify no foreign keys on events: it is a deliberate ingest-speed trade-off, and the consumer validates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Partitioning by month makes time-range queries touch few partitions and makes retention a metadata operation. The retention function defaults to a dry run and refuses to drop a partition the rollups have not yet consumed. Note that the retention job is not scheduled automatically; that is listed on the limits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producer pushed events into Redis much faster than the consumer could write them into PostgreSQL. The backlog peaked near 164,000 and drained to zero, which is exactly the buffering job. The table grew from 47,569 to 247,569 rows: nothing lost. Trade-off to mention: with append-only-file sync every second, a hard Redis crash can lose about one second of buffered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top to bottom. Every query has full EXPLAIN ANALYZE evidence in the optimization report. Be honest about Q3: the huge factor is because it now reads a small pre-built table instead of scanning 10 million rows, so the cost moves to the rollup refresh. Q5 improved least and is still 416 ms; say that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requirement from the brief: rolling retention, sub-second, on millions of events. The raw query already ran in 1.4 seconds; the per-user rollup brings it to 80 milliseconds and the rows match the raw query exactly. On RLS, do not say it makes queries faster; the two runs differ only by noise, so the correct claim is that it adds no measurable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items of the lab's security checklist, each proven by an automated check that connects as the real application roles and tries to break the rule. The backup was restored into a scratch database and nine measures were compared with the live one: row counts, time range, revenue sum, indexes and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value of measuring instead of assuming. Bug 1 would have silently stalled ingestion in production. Bug 2 shows why the quiz answer about confirming statistics matters in practice. Bug 3 is the reminder that a surprising result, such as security making things faster, usually means the comparison is not like for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limits, not just the wins. The recovery-time goal of under 5 minutes needs automatic failover, which is not built; the architecture notes say so. Update the third bullet on the left once you have actually run docker compose up with the replica and monitoring stack, and screenshot Grafana for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Track C · Capstone walkthrough Real-Time Analytics Platform Ingest events at volume. Answer funnel, retention and revenue questions in milliseconds. PostgreSQL 16 Redis Streams Row-Level Security Prometheus + Grafana [Abdikafi mohamud abdi] · Database capston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The brief Three product questions, answered fast Funnels Where do users drop off between signup and purchase? Retention Do users come back after 7 and after 30 days? Revenue What does each signup cohort pay, by plan? 10M+ events in the benchmark Dashboard queries under 1 second Strict isolation between tenants Track C · Real-Time Analytics Platform 2 /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Design From ingestion to dashboard Write path Tenant apps SDK, fire-and-forget Redis Streams Buffer and dead-letter Consumer Validate, batch insert, ack after commit PostgreSQL Events, monthly partitions Read path Rollups and views Pre-aggregated, filtered by tenant Streaming replica Hot standby for read scaling Dashboard Read-only login role Monitoring (configured): postgres and redis exporters feed Prometheus and Grafana. Track C · Real-Time Analytics Platform 3 /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Design A data model built for isolation and scale Shared tables, tenant first One schema for every tenant. The tenant id leads each key and index, and Row-Level Security filters every query. Append-only events Partitioned by month. Variable attributes live in JSONB with a GIN index, so no schema change per event type. No foreign keys on events Skips per-row checks on the hottest table. The consumer validates tenant and event type instead. Rollups outlive raw data Daily and per-user aggregates keep history after old raw partitions are dropped. 10 core tables plus 5 derived objects. The full ER diagram is in the repository docs. Track C · Real-Time Analytics Platform 4 /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Design Monthly partitions: fast queries, instant retention 2026-07 2026-08 2026-09 2026-10 2026-11 default Grey: past the retention window. Dark: current month, receives writes. Outline: created ahead. Dashed: safety net for out-of-range events. BRIN index Tiny index on time-ordered data. A time-range scan went from 175 ms to 48 ms. Keep 90 days Old months are dropped whole: instant, no huge DELETE. Archived with pg_dump first. Safe by design A month is never dropped before the rollups have consumed it. Track C · Real-Time Analytics Platform 5 /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Evidence · Ingestion Redis Streams absorbs the burst 16,833/s 200,000 events queued in Redis ~6,900/s Written into PostgreSQL by one consumer 164,000 Peak backlog, drained to zero 0 lost 200,000 in, 200,000 stored, none dead-lettered At-least-once delivery: acknowledge only after the commit. Invalid events go to a dead-letter stream. Track C · Real-Time Analytics Platform 6 /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Evidence · Queries Before and after, on 10.3M events Query Technique Before After Faster Q1 Funnel conversion Covering index 1,108 ms 62 ms 18× Q2 Rolling 7/30-day retention Per-user rollup 1,360 ms 80 ms 17× Q3 Daily active users Daily rollup table 2,129 ms 0.5 ms ~4,000× Q4 Revenue by cohort Materialized view 41 ms 1.05 ms 39× Q5 JSONB campaign attribution GIN index 1,781 ms 416 ms 4× Median of 5 runs for the largest tenant (about 25% of events). Results verified identical to the original queries for Q2, Q3 and Q4. Track C · Real-Time Analytics Platform 7 /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Evidence · The retention query Rolling 7 and 30-day retention, sub-second 1.36 s 80 ms Of the users who signed up each week, how many were still active 7 and 30 days later? A per-user rollup (first and last event) replaces a scan of 10.3 million raw events, with identical results. BRIN index Time-range scan: 175 ms down to 48 ms Row-Level Security No measurable overhead on the same query Track C · Real-Time Analytics Platform 8 /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Safety Security and recovery: 31 of 31 checks pass  Least privilege No app superuser. Ingest can only insert; dashboards are read-only.  Row-Level Security On all 8 tenant tables. With no tenant set, queries return nothing.  Sensitive data hashed Only an HMAC-SHA256 of the email is stored, never the address.  Audit log Triggers on tenants, plans, subscriptions and payments. Append-only.  Parameterized queries An injection probe is treated as plain data.  Backup and restore 386 MB dump restored in 278 s. All 9 measures match live data. Track C · Real-Time Analytics Platform 9 /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Lessons Three bugs that testing caught 1 COPY is refused under Row-Level Security The ingest consumer failed on every batch. Fix: a parameterized multi-row INSERT. 2 Missing statistics on small tables The planner chose a bad join: the funnel query took 197 ms instead of 21 ms. Fix: ANALYZE after seeding. 3 A misleading experiment RLS looked 15 times faster, but the runs used different plans. With statistics fixed, the test was fair: no measurable cost. Track C · Real-Time Analytics Platform 10 /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Honest limits What is not done yet, and what comes next Not built or not yet run Automatic failover: the replica can be promoted by hand only Partition maintenance is not scheduled yet Replica, Prometheus and Grafana are configured but not yet run here Q5 is still 416 ms Next steps Patroni for automatic failover (recovery under 5 minutes) pg_cron to run partition maintenance Replicated Redis, or Kafka, to remove the one-second loss window Try TimescaleDB compression Track C · Real-Time Analytics Platform 11 /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Track C Capstone Walkthrough</dc:title>
  <dc:subject/>
  <dc:creator/>
  <cp:lastModifiedBy/>
  <cp:revision>1</cp:revision>
  <dcterms:created xsi:type="dcterms:W3CDTF">2026-10-11T12:52:56Z</dcterms:created>
  <dcterms:modified xsi:type="dcterms:W3CDTF">2026-10-11T12:52:56Z</dcterms:modified>
</cp:coreProperties>
</file>